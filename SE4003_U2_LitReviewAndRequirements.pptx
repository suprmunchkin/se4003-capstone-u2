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0" r:id="rId4"/>
    <p:sldId id="261" r:id="rId5"/>
    <p:sldId id="259" r:id="rId6"/>
    <p:sldId id="262" r:id="rId7"/>
  </p:sldIdLst>
  <p:sldSz cx="9144000" cy="6858000" type="screen4x3"/>
  <p:notesSz cx="6959600" cy="93091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jr2lVQzyMabCgb+d8/5pLBIC5b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7D2640-A278-7723-ECE0-247CB149EAC4}" v="10" dt="2025-12-08T23:08:21.948"/>
    <p1510:client id="{E9B45DA7-8EA3-0CC9-54FC-60E58B1A3AC4}" v="622" dt="2025-12-09T06:06:03.947"/>
  </p1510:revLst>
</p1510:revInfo>
</file>

<file path=ppt/tableStyles.xml><?xml version="1.0" encoding="utf-8"?>
<a:tblStyleLst xmlns:a="http://schemas.openxmlformats.org/drawingml/2006/main" def="{549A22AA-FA08-4747-96A7-29D1DC6DC224}">
  <a:tblStyle styleId="{549A22AA-FA08-4747-96A7-29D1DC6DC22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98"/>
    <p:restoredTop sz="94694"/>
  </p:normalViewPr>
  <p:slideViewPr>
    <p:cSldViewPr snapToGrid="0">
      <p:cViewPr varScale="1">
        <p:scale>
          <a:sx n="105" d="100"/>
          <a:sy n="105" d="100"/>
        </p:scale>
        <p:origin x="157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30" Type="http://schemas.openxmlformats.org/officeDocument/2006/relationships/presProps" Target="presProps.xml"/><Relationship Id="rId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mith, Luke (CIV)" userId="S::luke.smith@nps.edu::f9056002-91d8-44ed-afe2-f3276a883b20" providerId="AD" clId="Web-{B97D2640-A278-7723-ECE0-247CB149EAC4}"/>
    <pc:docChg chg="addSld delSld modSld">
      <pc:chgData name="Smith, Luke (CIV)" userId="S::luke.smith@nps.edu::f9056002-91d8-44ed-afe2-f3276a883b20" providerId="AD" clId="Web-{B97D2640-A278-7723-ECE0-247CB149EAC4}" dt="2025-12-08T23:08:21.948" v="9"/>
      <pc:docMkLst>
        <pc:docMk/>
      </pc:docMkLst>
      <pc:sldChg chg="modSp">
        <pc:chgData name="Smith, Luke (CIV)" userId="S::luke.smith@nps.edu::f9056002-91d8-44ed-afe2-f3276a883b20" providerId="AD" clId="Web-{B97D2640-A278-7723-ECE0-247CB149EAC4}" dt="2025-12-08T23:08:17.198" v="7" actId="20577"/>
        <pc:sldMkLst>
          <pc:docMk/>
          <pc:sldMk cId="3540579048" sldId="258"/>
        </pc:sldMkLst>
        <pc:spChg chg="mod">
          <ac:chgData name="Smith, Luke (CIV)" userId="S::luke.smith@nps.edu::f9056002-91d8-44ed-afe2-f3276a883b20" providerId="AD" clId="Web-{B97D2640-A278-7723-ECE0-247CB149EAC4}" dt="2025-12-08T23:08:17.198" v="7" actId="20577"/>
          <ac:spMkLst>
            <pc:docMk/>
            <pc:sldMk cId="3540579048" sldId="258"/>
            <ac:spMk id="6" creationId="{F6652168-3E43-7031-A1B5-A93ADB0140F8}"/>
          </ac:spMkLst>
        </pc:spChg>
      </pc:sldChg>
      <pc:sldChg chg="add del replId">
        <pc:chgData name="Smith, Luke (CIV)" userId="S::luke.smith@nps.edu::f9056002-91d8-44ed-afe2-f3276a883b20" providerId="AD" clId="Web-{B97D2640-A278-7723-ECE0-247CB149EAC4}" dt="2025-12-08T23:08:21.948" v="9"/>
        <pc:sldMkLst>
          <pc:docMk/>
          <pc:sldMk cId="3458609373" sldId="259"/>
        </pc:sldMkLst>
      </pc:sldChg>
      <pc:sldChg chg="add del replId">
        <pc:chgData name="Smith, Luke (CIV)" userId="S::luke.smith@nps.edu::f9056002-91d8-44ed-afe2-f3276a883b20" providerId="AD" clId="Web-{B97D2640-A278-7723-ECE0-247CB149EAC4}" dt="2025-12-08T23:08:19.479" v="8"/>
        <pc:sldMkLst>
          <pc:docMk/>
          <pc:sldMk cId="1573047979" sldId="260"/>
        </pc:sldMkLst>
      </pc:sldChg>
    </pc:docChg>
  </pc:docChgLst>
  <pc:docChgLst>
    <pc:chgData name="Stephens, Justin (CIV)" userId="70d33375-510f-4466-9b76-3b9a86280f5d" providerId="ADAL" clId="{7FBC6700-38F9-400A-BB53-45173C3D167E}"/>
    <pc:docChg chg="undo custSel delSld modSld">
      <pc:chgData name="Stephens, Justin (CIV)" userId="70d33375-510f-4466-9b76-3b9a86280f5d" providerId="ADAL" clId="{7FBC6700-38F9-400A-BB53-45173C3D167E}" dt="2025-12-02T18:05:58.003" v="169" actId="47"/>
      <pc:docMkLst>
        <pc:docMk/>
      </pc:docMkLst>
      <pc:sldChg chg="addSp modSp mod">
        <pc:chgData name="Stephens, Justin (CIV)" userId="70d33375-510f-4466-9b76-3b9a86280f5d" providerId="ADAL" clId="{7FBC6700-38F9-400A-BB53-45173C3D167E}" dt="2025-12-02T18:04:56.334" v="91" actId="1076"/>
        <pc:sldMkLst>
          <pc:docMk/>
          <pc:sldMk cId="0" sldId="256"/>
        </pc:sldMkLst>
        <pc:spChg chg="mod">
          <ac:chgData name="Stephens, Justin (CIV)" userId="70d33375-510f-4466-9b76-3b9a86280f5d" providerId="ADAL" clId="{7FBC6700-38F9-400A-BB53-45173C3D167E}" dt="2025-12-02T18:03:59.393" v="83" actId="207"/>
          <ac:spMkLst>
            <pc:docMk/>
            <pc:sldMk cId="0" sldId="256"/>
            <ac:spMk id="95" creationId="{00000000-0000-0000-0000-000000000000}"/>
          </ac:spMkLst>
        </pc:spChg>
        <pc:spChg chg="mod">
          <ac:chgData name="Stephens, Justin (CIV)" userId="70d33375-510f-4466-9b76-3b9a86280f5d" providerId="ADAL" clId="{7FBC6700-38F9-400A-BB53-45173C3D167E}" dt="2025-12-02T18:04:14.512" v="85" actId="14100"/>
          <ac:spMkLst>
            <pc:docMk/>
            <pc:sldMk cId="0" sldId="256"/>
            <ac:spMk id="96" creationId="{00000000-0000-0000-0000-000000000000}"/>
          </ac:spMkLst>
        </pc:spChg>
        <pc:picChg chg="add mod ord">
          <ac:chgData name="Stephens, Justin (CIV)" userId="70d33375-510f-4466-9b76-3b9a86280f5d" providerId="ADAL" clId="{7FBC6700-38F9-400A-BB53-45173C3D167E}" dt="2025-12-02T18:04:56.334" v="91" actId="1076"/>
          <ac:picMkLst>
            <pc:docMk/>
            <pc:sldMk cId="0" sldId="256"/>
            <ac:picMk id="3" creationId="{C492AB30-8711-42F7-1121-2E5C00BE35C8}"/>
          </ac:picMkLst>
        </pc:picChg>
      </pc:sldChg>
      <pc:sldChg chg="del">
        <pc:chgData name="Stephens, Justin (CIV)" userId="70d33375-510f-4466-9b76-3b9a86280f5d" providerId="ADAL" clId="{7FBC6700-38F9-400A-BB53-45173C3D167E}" dt="2025-12-02T18:00:29.543" v="0" actId="47"/>
        <pc:sldMkLst>
          <pc:docMk/>
          <pc:sldMk cId="3540579048" sldId="258"/>
        </pc:sldMkLst>
      </pc:sldChg>
      <pc:sldMasterChg chg="delSldLayout">
        <pc:chgData name="Stephens, Justin (CIV)" userId="70d33375-510f-4466-9b76-3b9a86280f5d" providerId="ADAL" clId="{7FBC6700-38F9-400A-BB53-45173C3D167E}" dt="2025-12-02T18:00:29.543" v="0" actId="47"/>
        <pc:sldMasterMkLst>
          <pc:docMk/>
          <pc:sldMasterMk cId="0" sldId="2147483648"/>
        </pc:sldMasterMkLst>
      </pc:sldMasterChg>
    </pc:docChg>
  </pc:docChgLst>
  <pc:docChgLst>
    <pc:chgData name="Smith, Luke (CIV)" userId="S::luke.smith@nps.edu::f9056002-91d8-44ed-afe2-f3276a883b20" providerId="AD" clId="Web-{E9B45DA7-8EA3-0CC9-54FC-60E58B1A3AC4}"/>
    <pc:docChg chg="addSld delSld modSld sldOrd">
      <pc:chgData name="Smith, Luke (CIV)" userId="S::luke.smith@nps.edu::f9056002-91d8-44ed-afe2-f3276a883b20" providerId="AD" clId="Web-{E9B45DA7-8EA3-0CC9-54FC-60E58B1A3AC4}" dt="2025-12-09T06:06:03.947" v="591" actId="1076"/>
      <pc:docMkLst>
        <pc:docMk/>
      </pc:docMkLst>
      <pc:sldChg chg="addSp delSp modSp del">
        <pc:chgData name="Smith, Luke (CIV)" userId="S::luke.smith@nps.edu::f9056002-91d8-44ed-afe2-f3276a883b20" providerId="AD" clId="Web-{E9B45DA7-8EA3-0CC9-54FC-60E58B1A3AC4}" dt="2025-12-09T06:00:13.680" v="404"/>
        <pc:sldMkLst>
          <pc:docMk/>
          <pc:sldMk cId="0" sldId="257"/>
        </pc:sldMkLst>
        <pc:spChg chg="add del mod">
          <ac:chgData name="Smith, Luke (CIV)" userId="S::luke.smith@nps.edu::f9056002-91d8-44ed-afe2-f3276a883b20" providerId="AD" clId="Web-{E9B45DA7-8EA3-0CC9-54FC-60E58B1A3AC4}" dt="2025-12-08T23:09:44.494" v="6"/>
          <ac:spMkLst>
            <pc:docMk/>
            <pc:sldMk cId="0" sldId="257"/>
            <ac:spMk id="2" creationId="{5DB9F6BC-417D-B0EA-8D99-02505C3DFBFF}"/>
          </ac:spMkLst>
        </pc:spChg>
        <pc:spChg chg="add del mod">
          <ac:chgData name="Smith, Luke (CIV)" userId="S::luke.smith@nps.edu::f9056002-91d8-44ed-afe2-f3276a883b20" providerId="AD" clId="Web-{E9B45DA7-8EA3-0CC9-54FC-60E58B1A3AC4}" dt="2025-12-09T02:10:32.189" v="29"/>
          <ac:spMkLst>
            <pc:docMk/>
            <pc:sldMk cId="0" sldId="257"/>
            <ac:spMk id="4" creationId="{6EFDC0C1-2666-4B3D-419F-6CB33175F644}"/>
          </ac:spMkLst>
        </pc:spChg>
        <pc:spChg chg="mod">
          <ac:chgData name="Smith, Luke (CIV)" userId="S::luke.smith@nps.edu::f9056002-91d8-44ed-afe2-f3276a883b20" providerId="AD" clId="Web-{E9B45DA7-8EA3-0CC9-54FC-60E58B1A3AC4}" dt="2025-12-08T23:09:31.900" v="2" actId="20577"/>
          <ac:spMkLst>
            <pc:docMk/>
            <pc:sldMk cId="0" sldId="257"/>
            <ac:spMk id="103" creationId="{00000000-0000-0000-0000-000000000000}"/>
          </ac:spMkLst>
        </pc:spChg>
        <pc:spChg chg="mod">
          <ac:chgData name="Smith, Luke (CIV)" userId="S::luke.smith@nps.edu::f9056002-91d8-44ed-afe2-f3276a883b20" providerId="AD" clId="Web-{E9B45DA7-8EA3-0CC9-54FC-60E58B1A3AC4}" dt="2025-12-09T05:32:33.991" v="203" actId="20577"/>
          <ac:spMkLst>
            <pc:docMk/>
            <pc:sldMk cId="0" sldId="257"/>
            <ac:spMk id="104" creationId="{00000000-0000-0000-0000-000000000000}"/>
          </ac:spMkLst>
        </pc:spChg>
        <pc:picChg chg="add del mod">
          <ac:chgData name="Smith, Luke (CIV)" userId="S::luke.smith@nps.edu::f9056002-91d8-44ed-afe2-f3276a883b20" providerId="AD" clId="Web-{E9B45DA7-8EA3-0CC9-54FC-60E58B1A3AC4}" dt="2025-12-09T02:13:43.985" v="49"/>
          <ac:picMkLst>
            <pc:docMk/>
            <pc:sldMk cId="0" sldId="257"/>
            <ac:picMk id="2" creationId="{757DADD0-DEC7-66F3-2E1E-9CEB672C26E8}"/>
          </ac:picMkLst>
        </pc:picChg>
        <pc:picChg chg="add del mod">
          <ac:chgData name="Smith, Luke (CIV)" userId="S::luke.smith@nps.edu::f9056002-91d8-44ed-afe2-f3276a883b20" providerId="AD" clId="Web-{E9B45DA7-8EA3-0CC9-54FC-60E58B1A3AC4}" dt="2025-12-09T02:13:43.485" v="48"/>
          <ac:picMkLst>
            <pc:docMk/>
            <pc:sldMk cId="0" sldId="257"/>
            <ac:picMk id="3" creationId="{1E1969CD-7B07-7AED-40FA-65C84EBA8A42}"/>
          </ac:picMkLst>
        </pc:picChg>
        <pc:picChg chg="add del mod">
          <ac:chgData name="Smith, Luke (CIV)" userId="S::luke.smith@nps.edu::f9056002-91d8-44ed-afe2-f3276a883b20" providerId="AD" clId="Web-{E9B45DA7-8EA3-0CC9-54FC-60E58B1A3AC4}" dt="2025-12-09T02:13:42.673" v="47"/>
          <ac:picMkLst>
            <pc:docMk/>
            <pc:sldMk cId="0" sldId="257"/>
            <ac:picMk id="5" creationId="{A6BA974B-A66B-F14A-D750-2C45492ADC9F}"/>
          </ac:picMkLst>
        </pc:picChg>
      </pc:sldChg>
      <pc:sldChg chg="addSp delSp modSp add replId">
        <pc:chgData name="Smith, Luke (CIV)" userId="S::luke.smith@nps.edu::f9056002-91d8-44ed-afe2-f3276a883b20" providerId="AD" clId="Web-{E9B45DA7-8EA3-0CC9-54FC-60E58B1A3AC4}" dt="2025-12-09T06:06:03.947" v="591" actId="1076"/>
        <pc:sldMkLst>
          <pc:docMk/>
          <pc:sldMk cId="3348061284" sldId="259"/>
        </pc:sldMkLst>
        <pc:spChg chg="mod">
          <ac:chgData name="Smith, Luke (CIV)" userId="S::luke.smith@nps.edu::f9056002-91d8-44ed-afe2-f3276a883b20" providerId="AD" clId="Web-{E9B45DA7-8EA3-0CC9-54FC-60E58B1A3AC4}" dt="2025-12-08T23:10:00.447" v="13" actId="20577"/>
          <ac:spMkLst>
            <pc:docMk/>
            <pc:sldMk cId="3348061284" sldId="259"/>
            <ac:spMk id="103" creationId="{5981FA4E-E744-5E15-DE36-FB152B4E4F25}"/>
          </ac:spMkLst>
        </pc:spChg>
        <pc:spChg chg="del mod">
          <ac:chgData name="Smith, Luke (CIV)" userId="S::luke.smith@nps.edu::f9056002-91d8-44ed-afe2-f3276a883b20" providerId="AD" clId="Web-{E9B45DA7-8EA3-0CC9-54FC-60E58B1A3AC4}" dt="2025-12-09T06:05:58.384" v="590"/>
          <ac:spMkLst>
            <pc:docMk/>
            <pc:sldMk cId="3348061284" sldId="259"/>
            <ac:spMk id="104" creationId="{3D60D6DB-1A09-B8E0-21A0-41C279690594}"/>
          </ac:spMkLst>
        </pc:spChg>
        <pc:graphicFrameChg chg="add mod modGraphic">
          <ac:chgData name="Smith, Luke (CIV)" userId="S::luke.smith@nps.edu::f9056002-91d8-44ed-afe2-f3276a883b20" providerId="AD" clId="Web-{E9B45DA7-8EA3-0CC9-54FC-60E58B1A3AC4}" dt="2025-12-09T06:06:03.947" v="591" actId="1076"/>
          <ac:graphicFrameMkLst>
            <pc:docMk/>
            <pc:sldMk cId="3348061284" sldId="259"/>
            <ac:graphicFrameMk id="3" creationId="{A7C8D024-146E-49CD-953C-93A5499A9BED}"/>
          </ac:graphicFrameMkLst>
        </pc:graphicFrameChg>
      </pc:sldChg>
      <pc:sldChg chg="modSp add ord replId">
        <pc:chgData name="Smith, Luke (CIV)" userId="S::luke.smith@nps.edu::f9056002-91d8-44ed-afe2-f3276a883b20" providerId="AD" clId="Web-{E9B45DA7-8EA3-0CC9-54FC-60E58B1A3AC4}" dt="2025-12-09T06:00:00.649" v="403" actId="20577"/>
        <pc:sldMkLst>
          <pc:docMk/>
          <pc:sldMk cId="621334176" sldId="260"/>
        </pc:sldMkLst>
        <pc:spChg chg="mod">
          <ac:chgData name="Smith, Luke (CIV)" userId="S::luke.smith@nps.edu::f9056002-91d8-44ed-afe2-f3276a883b20" providerId="AD" clId="Web-{E9B45DA7-8EA3-0CC9-54FC-60E58B1A3AC4}" dt="2025-12-09T06:00:00.649" v="403" actId="20577"/>
          <ac:spMkLst>
            <pc:docMk/>
            <pc:sldMk cId="621334176" sldId="260"/>
            <ac:spMk id="104" creationId="{F7749C02-66EB-ECB0-E8CB-16138712CD94}"/>
          </ac:spMkLst>
        </pc:spChg>
        <pc:picChg chg="mod ord">
          <ac:chgData name="Smith, Luke (CIV)" userId="S::luke.smith@nps.edu::f9056002-91d8-44ed-afe2-f3276a883b20" providerId="AD" clId="Web-{E9B45DA7-8EA3-0CC9-54FC-60E58B1A3AC4}" dt="2025-12-09T03:06:09.736" v="70" actId="1076"/>
          <ac:picMkLst>
            <pc:docMk/>
            <pc:sldMk cId="621334176" sldId="260"/>
            <ac:picMk id="2" creationId="{0A246C2E-4A75-E7A1-57E0-3DFD600ACD00}"/>
          </ac:picMkLst>
        </pc:picChg>
        <pc:picChg chg="mod">
          <ac:chgData name="Smith, Luke (CIV)" userId="S::luke.smith@nps.edu::f9056002-91d8-44ed-afe2-f3276a883b20" providerId="AD" clId="Web-{E9B45DA7-8EA3-0CC9-54FC-60E58B1A3AC4}" dt="2025-12-09T03:06:06.486" v="69" actId="1076"/>
          <ac:picMkLst>
            <pc:docMk/>
            <pc:sldMk cId="621334176" sldId="260"/>
            <ac:picMk id="3" creationId="{437BF898-5349-EA40-3B84-773302CFFEAF}"/>
          </ac:picMkLst>
        </pc:picChg>
        <pc:picChg chg="mod">
          <ac:chgData name="Smith, Luke (CIV)" userId="S::luke.smith@nps.edu::f9056002-91d8-44ed-afe2-f3276a883b20" providerId="AD" clId="Web-{E9B45DA7-8EA3-0CC9-54FC-60E58B1A3AC4}" dt="2025-12-09T03:06:02.721" v="68" actId="1076"/>
          <ac:picMkLst>
            <pc:docMk/>
            <pc:sldMk cId="621334176" sldId="260"/>
            <ac:picMk id="5" creationId="{B8B4BE47-4435-8990-266D-FEB8F58124B8}"/>
          </ac:picMkLst>
        </pc:picChg>
      </pc:sldChg>
      <pc:sldChg chg="addSp delSp modSp add del replId">
        <pc:chgData name="Smith, Luke (CIV)" userId="S::luke.smith@nps.edu::f9056002-91d8-44ed-afe2-f3276a883b20" providerId="AD" clId="Web-{E9B45DA7-8EA3-0CC9-54FC-60E58B1A3AC4}" dt="2025-12-09T05:59:21.164" v="390" actId="1076"/>
        <pc:sldMkLst>
          <pc:docMk/>
          <pc:sldMk cId="1477830913" sldId="261"/>
        </pc:sldMkLst>
        <pc:spChg chg="add del mod">
          <ac:chgData name="Smith, Luke (CIV)" userId="S::luke.smith@nps.edu::f9056002-91d8-44ed-afe2-f3276a883b20" providerId="AD" clId="Web-{E9B45DA7-8EA3-0CC9-54FC-60E58B1A3AC4}" dt="2025-12-09T05:59:21.164" v="390" actId="1076"/>
          <ac:spMkLst>
            <pc:docMk/>
            <pc:sldMk cId="1477830913" sldId="261"/>
            <ac:spMk id="3" creationId="{E2E751AD-CD8E-19AE-4C42-60B104E6B7B5}"/>
          </ac:spMkLst>
        </pc:spChg>
        <pc:spChg chg="mod">
          <ac:chgData name="Smith, Luke (CIV)" userId="S::luke.smith@nps.edu::f9056002-91d8-44ed-afe2-f3276a883b20" providerId="AD" clId="Web-{E9B45DA7-8EA3-0CC9-54FC-60E58B1A3AC4}" dt="2025-12-09T05:59:05.194" v="387" actId="1076"/>
          <ac:spMkLst>
            <pc:docMk/>
            <pc:sldMk cId="1477830913" sldId="261"/>
            <ac:spMk id="104" creationId="{66048F55-C97B-15E2-F92A-E19A84DDF818}"/>
          </ac:spMkLst>
        </pc:spChg>
        <pc:picChg chg="add mod modCrop">
          <ac:chgData name="Smith, Luke (CIV)" userId="S::luke.smith@nps.edu::f9056002-91d8-44ed-afe2-f3276a883b20" providerId="AD" clId="Web-{E9B45DA7-8EA3-0CC9-54FC-60E58B1A3AC4}" dt="2025-12-09T05:32:20.022" v="202"/>
          <ac:picMkLst>
            <pc:docMk/>
            <pc:sldMk cId="1477830913" sldId="261"/>
            <ac:picMk id="2" creationId="{55E5BC47-FEED-B461-E531-F66B4D64D6E0}"/>
          </ac:picMkLst>
        </pc:picChg>
      </pc:sldChg>
      <pc:sldChg chg="addSp delSp modSp new">
        <pc:chgData name="Smith, Luke (CIV)" userId="S::luke.smith@nps.edu::f9056002-91d8-44ed-afe2-f3276a883b20" providerId="AD" clId="Web-{E9B45DA7-8EA3-0CC9-54FC-60E58B1A3AC4}" dt="2025-12-09T06:05:51.119" v="589" actId="1076"/>
        <pc:sldMkLst>
          <pc:docMk/>
          <pc:sldMk cId="1905315430" sldId="262"/>
        </pc:sldMkLst>
        <pc:spChg chg="mod">
          <ac:chgData name="Smith, Luke (CIV)" userId="S::luke.smith@nps.edu::f9056002-91d8-44ed-afe2-f3276a883b20" providerId="AD" clId="Web-{E9B45DA7-8EA3-0CC9-54FC-60E58B1A3AC4}" dt="2025-12-09T06:04:59.978" v="587" actId="20577"/>
          <ac:spMkLst>
            <pc:docMk/>
            <pc:sldMk cId="1905315430" sldId="262"/>
            <ac:spMk id="2" creationId="{5EF93F29-EF04-5BBD-02C5-DFBC0DCCA67F}"/>
          </ac:spMkLst>
        </pc:spChg>
        <pc:spChg chg="del">
          <ac:chgData name="Smith, Luke (CIV)" userId="S::luke.smith@nps.edu::f9056002-91d8-44ed-afe2-f3276a883b20" providerId="AD" clId="Web-{E9B45DA7-8EA3-0CC9-54FC-60E58B1A3AC4}" dt="2025-12-09T06:05:36.900" v="588"/>
          <ac:spMkLst>
            <pc:docMk/>
            <pc:sldMk cId="1905315430" sldId="262"/>
            <ac:spMk id="3" creationId="{89FDF2DF-933F-A970-528E-557DC8E134EB}"/>
          </ac:spMkLst>
        </pc:spChg>
        <pc:graphicFrameChg chg="add mod modGraphic">
          <ac:chgData name="Smith, Luke (CIV)" userId="S::luke.smith@nps.edu::f9056002-91d8-44ed-afe2-f3276a883b20" providerId="AD" clId="Web-{E9B45DA7-8EA3-0CC9-54FC-60E58B1A3AC4}" dt="2025-12-09T06:05:51.119" v="589" actId="1076"/>
          <ac:graphicFrameMkLst>
            <pc:docMk/>
            <pc:sldMk cId="1905315430" sldId="262"/>
            <ac:graphicFrameMk id="6" creationId="{8BE0AD54-3FDF-36D7-57C1-BDC5B08E4A3D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3015827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42164" y="0"/>
            <a:ext cx="3015827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5252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95960" y="4421825"/>
            <a:ext cx="55676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842031"/>
            <a:ext cx="3015827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42164" y="8842031"/>
            <a:ext cx="3015827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252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95960" y="4421825"/>
            <a:ext cx="55676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1:notes"/>
          <p:cNvSpPr txBox="1">
            <a:spLocks noGrp="1"/>
          </p:cNvSpPr>
          <p:nvPr>
            <p:ph type="sldNum" idx="12"/>
          </p:nvPr>
        </p:nvSpPr>
        <p:spPr>
          <a:xfrm>
            <a:off x="3942164" y="8842031"/>
            <a:ext cx="3015827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B0DFD81C-3364-BDB1-4657-126F3FFD7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>
            <a:extLst>
              <a:ext uri="{FF2B5EF4-FFF2-40B4-BE49-F238E27FC236}">
                <a16:creationId xmlns:a16="http://schemas.microsoft.com/office/drawing/2014/main" id="{7ABF537F-A820-1A3E-4483-87F5DD60D3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5252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5035D29D-D0C4-2480-1906-D557C40A7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5960" y="4421825"/>
            <a:ext cx="55676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3F8A27A2-1C44-CAD0-323F-20C33B0CAB2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42164" y="8842031"/>
            <a:ext cx="3015827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04997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7D1E3697-0BFF-5404-738C-FF0B7D3A7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>
            <a:extLst>
              <a:ext uri="{FF2B5EF4-FFF2-40B4-BE49-F238E27FC236}">
                <a16:creationId xmlns:a16="http://schemas.microsoft.com/office/drawing/2014/main" id="{717B85F8-83DE-D35A-5E7C-4634B4C179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5252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F1894658-FC72-9CF0-1A6E-5CC7400C9E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5960" y="4421825"/>
            <a:ext cx="55676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894DAD9C-087D-3269-198F-C6707A3F83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42164" y="8842031"/>
            <a:ext cx="3015827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1361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6407CE23-220F-2D60-67DE-357F38609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>
            <a:extLst>
              <a:ext uri="{FF2B5EF4-FFF2-40B4-BE49-F238E27FC236}">
                <a16:creationId xmlns:a16="http://schemas.microsoft.com/office/drawing/2014/main" id="{0A8510FF-A802-63CD-9491-300C4C951D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52525" y="698500"/>
            <a:ext cx="46545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2:notes">
            <a:extLst>
              <a:ext uri="{FF2B5EF4-FFF2-40B4-BE49-F238E27FC236}">
                <a16:creationId xmlns:a16="http://schemas.microsoft.com/office/drawing/2014/main" id="{C1D46E44-7EA5-2329-73FA-30F336519E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5960" y="4421825"/>
            <a:ext cx="55676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23C8B6DC-B201-DAA9-6958-7A3813C1CF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42164" y="8842031"/>
            <a:ext cx="3015827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50" tIns="46475" rIns="92950" bIns="464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6694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54" descr="SE_smBanners_template_0509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101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54" descr="home_topim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619750"/>
            <a:ext cx="9144000" cy="125253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5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55" descr="SE_smBanners_template_050919"/>
          <p:cNvPicPr preferRelativeResize="0"/>
          <p:nvPr/>
        </p:nvPicPr>
        <p:blipFill rotWithShape="1">
          <a:blip r:embed="rId2">
            <a:alphaModFix/>
          </a:blip>
          <a:srcRect l="13333" r="18650"/>
          <a:stretch/>
        </p:blipFill>
        <p:spPr>
          <a:xfrm>
            <a:off x="0" y="0"/>
            <a:ext cx="91440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55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5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5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58" descr="SE_smBanners_template_050919"/>
          <p:cNvPicPr preferRelativeResize="0"/>
          <p:nvPr/>
        </p:nvPicPr>
        <p:blipFill rotWithShape="1">
          <a:blip r:embed="rId2">
            <a:alphaModFix/>
          </a:blip>
          <a:srcRect l="13333" r="18650"/>
          <a:stretch/>
        </p:blipFill>
        <p:spPr>
          <a:xfrm>
            <a:off x="0" y="0"/>
            <a:ext cx="91440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8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58"/>
          <p:cNvSpPr txBox="1">
            <a:spLocks noGrp="1"/>
          </p:cNvSpPr>
          <p:nvPr>
            <p:ph type="body" idx="2"/>
          </p:nvPr>
        </p:nvSpPr>
        <p:spPr>
          <a:xfrm>
            <a:off x="457200" y="1782762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58"/>
          <p:cNvSpPr txBox="1">
            <a:spLocks noGrp="1"/>
          </p:cNvSpPr>
          <p:nvPr>
            <p:ph type="body" idx="3"/>
          </p:nvPr>
        </p:nvSpPr>
        <p:spPr>
          <a:xfrm>
            <a:off x="4645025" y="1143000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58"/>
          <p:cNvSpPr txBox="1">
            <a:spLocks noGrp="1"/>
          </p:cNvSpPr>
          <p:nvPr>
            <p:ph type="body" idx="4"/>
          </p:nvPr>
        </p:nvSpPr>
        <p:spPr>
          <a:xfrm>
            <a:off x="4645025" y="1782762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58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59" descr="SE_smBanners_template_050919"/>
          <p:cNvPicPr preferRelativeResize="0"/>
          <p:nvPr/>
        </p:nvPicPr>
        <p:blipFill rotWithShape="1">
          <a:blip r:embed="rId2">
            <a:alphaModFix/>
          </a:blip>
          <a:srcRect l="13333" r="18650"/>
          <a:stretch/>
        </p:blipFill>
        <p:spPr>
          <a:xfrm>
            <a:off x="0" y="0"/>
            <a:ext cx="91440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59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6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6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6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6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6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3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4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6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6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6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5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men posing for a photo&#10;&#10;AI-generated content may be incorrect.">
            <a:extLst>
              <a:ext uri="{FF2B5EF4-FFF2-40B4-BE49-F238E27FC236}">
                <a16:creationId xmlns:a16="http://schemas.microsoft.com/office/drawing/2014/main" id="{C492AB30-8711-42F7-1121-2E5C00BE3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510" y="1026368"/>
            <a:ext cx="5784980" cy="3424708"/>
          </a:xfrm>
          <a:prstGeom prst="rect">
            <a:avLst/>
          </a:prstGeom>
        </p:spPr>
      </p:pic>
      <p:sp>
        <p:nvSpPr>
          <p:cNvPr id="95" name="Google Shape;95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chemeClr val="accent1"/>
                </a:solidFill>
              </a:rPr>
              <a:t>SE4003 – U2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96" name="Google Shape;96;p1"/>
          <p:cNvSpPr txBox="1">
            <a:spLocks noGrp="1"/>
          </p:cNvSpPr>
          <p:nvPr>
            <p:ph type="subTitle" idx="1"/>
          </p:nvPr>
        </p:nvSpPr>
        <p:spPr>
          <a:xfrm>
            <a:off x="1371600" y="4643622"/>
            <a:ext cx="6400800" cy="99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dirty="0">
                <a:solidFill>
                  <a:schemeClr val="accent1"/>
                </a:solidFill>
              </a:rPr>
              <a:t>Luke, Dominic, Justin, and Matt</a:t>
            </a:r>
            <a:endParaRPr sz="1400" dirty="0">
              <a:solidFill>
                <a:schemeClr val="accen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endParaRPr sz="1400" dirty="0"/>
          </a:p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dirty="0"/>
          </a:p>
        </p:txBody>
      </p:sp>
      <p:sp>
        <p:nvSpPr>
          <p:cNvPr id="97" name="Google Shape;97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0508D33-07BF-0350-4BB9-8B304C3D4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52168-3E43-7031-A1B5-A93ADB0140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  <a:p>
            <a:pPr lvl="1"/>
            <a:r>
              <a:rPr lang="en-US" dirty="0"/>
              <a:t>Background (Justin)</a:t>
            </a:r>
          </a:p>
          <a:p>
            <a:pPr lvl="1"/>
            <a:r>
              <a:rPr lang="en-US" dirty="0"/>
              <a:t>Requirements (Luke)</a:t>
            </a:r>
          </a:p>
          <a:p>
            <a:pPr lvl="1"/>
            <a:r>
              <a:rPr lang="en-US" dirty="0"/>
              <a:t>Lit Review (Luke)</a:t>
            </a:r>
          </a:p>
          <a:p>
            <a:pPr lvl="1"/>
            <a:r>
              <a:rPr lang="en-US" dirty="0"/>
              <a:t>Architecture (Dominic)</a:t>
            </a:r>
          </a:p>
          <a:p>
            <a:pPr lvl="1"/>
            <a:r>
              <a:rPr lang="en-US" dirty="0"/>
              <a:t>UI (Matt)</a:t>
            </a:r>
          </a:p>
          <a:p>
            <a:pPr lvl="1"/>
            <a:r>
              <a:rPr lang="en-US" dirty="0"/>
              <a:t>Code Re-use (Justin)</a:t>
            </a:r>
          </a:p>
          <a:p>
            <a:pPr lvl="1"/>
            <a:r>
              <a:rPr lang="en-US" dirty="0"/>
              <a:t>Conclusions (Matt)</a:t>
            </a:r>
          </a:p>
          <a:p>
            <a:pPr lvl="1"/>
            <a:r>
              <a:rPr lang="en-US" dirty="0"/>
              <a:t>Questions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4FC0C-C8F3-9DAE-B015-C7CE02982F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579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696A8D58-A9E9-7C6A-729B-A3267CC33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222444ED-F804-BCC7-CB58-647F078277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Lit Review</a:t>
            </a:r>
          </a:p>
        </p:txBody>
      </p:sp>
      <p:sp>
        <p:nvSpPr>
          <p:cNvPr id="104" name="Google Shape;104;p2">
            <a:extLst>
              <a:ext uri="{FF2B5EF4-FFF2-40B4-BE49-F238E27FC236}">
                <a16:creationId xmlns:a16="http://schemas.microsoft.com/office/drawing/2014/main" id="{F7749C02-66EB-ECB0-E8CB-16138712CD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5008419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>
              <a:lnSpc>
                <a:spcPct val="80000"/>
              </a:lnSpc>
              <a:spcBef>
                <a:spcPts val="0"/>
              </a:spcBef>
              <a:buSzPts val="2960"/>
            </a:pPr>
            <a:r>
              <a:rPr lang="en-US" sz="2800" dirty="0"/>
              <a:t>UGVs have been used military </a:t>
            </a:r>
            <a:r>
              <a:rPr lang="en-US" sz="2800"/>
              <a:t>for explosive ordence disposal and exploration </a:t>
            </a:r>
          </a:p>
          <a:p>
            <a:pPr marL="342900">
              <a:lnSpc>
                <a:spcPct val="80000"/>
              </a:lnSpc>
              <a:spcBef>
                <a:spcPts val="0"/>
              </a:spcBef>
              <a:buSzPts val="2960"/>
            </a:pPr>
            <a:r>
              <a:rPr lang="en-US" sz="2800"/>
              <a:t>Draw first contact</a:t>
            </a:r>
          </a:p>
          <a:p>
            <a:pPr marL="342900">
              <a:lnSpc>
                <a:spcPct val="80000"/>
              </a:lnSpc>
              <a:spcBef>
                <a:spcPts val="0"/>
              </a:spcBef>
              <a:buSzPts val="2960"/>
            </a:pPr>
            <a:r>
              <a:rPr lang="en-US" sz="2800"/>
              <a:t>Increasingly used for logistics near front lines or attched to forward positions</a:t>
            </a:r>
            <a:endParaRPr lang="en-US" sz="2800" dirty="0"/>
          </a:p>
          <a:p>
            <a:pPr marL="342900">
              <a:lnSpc>
                <a:spcPct val="80000"/>
              </a:lnSpc>
              <a:spcBef>
                <a:spcPts val="0"/>
              </a:spcBef>
              <a:buSzPts val="2960"/>
            </a:pPr>
            <a:r>
              <a:rPr lang="en-US" sz="2800" dirty="0"/>
              <a:t>iRobot has had some success developing and deploying UGVs to the US Army. The US Army has about 900 </a:t>
            </a:r>
            <a:r>
              <a:rPr lang="en-US" sz="2800" err="1"/>
              <a:t>PackBot</a:t>
            </a:r>
            <a:r>
              <a:rPr lang="en-US" sz="2800" dirty="0"/>
              <a:t> and 310s and </a:t>
            </a:r>
            <a:r>
              <a:rPr lang="en-US" sz="2800" err="1"/>
              <a:t>FirstLooks</a:t>
            </a:r>
            <a:r>
              <a:rPr lang="en-US" sz="2800" dirty="0"/>
              <a:t> in inventory. </a:t>
            </a:r>
            <a:endParaRPr lang="en-US"/>
          </a:p>
          <a:p>
            <a:pPr marL="342900">
              <a:lnSpc>
                <a:spcPct val="80000"/>
              </a:lnSpc>
              <a:spcBef>
                <a:spcPts val="0"/>
              </a:spcBef>
              <a:buSzPts val="2960"/>
            </a:pPr>
            <a:endParaRPr lang="en-US" sz="2800" dirty="0"/>
          </a:p>
        </p:txBody>
      </p:sp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A0F4AB36-D753-0F9A-06AD-11111D1E73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3" name="Picture 2" descr="iRobot 110 FirstLook Robot - Army Technology Source: https://www.army-technology.com/wp-content/uploads/sites/3/2017/09/Image-3-L.jpg">
            <a:extLst>
              <a:ext uri="{FF2B5EF4-FFF2-40B4-BE49-F238E27FC236}">
                <a16:creationId xmlns:a16="http://schemas.microsoft.com/office/drawing/2014/main" id="{437BF898-5349-EA40-3B84-773302CFF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613" y="4298373"/>
            <a:ext cx="2743200" cy="1828800"/>
          </a:xfrm>
          <a:prstGeom prst="rect">
            <a:avLst/>
          </a:prstGeom>
        </p:spPr>
      </p:pic>
      <p:pic>
        <p:nvPicPr>
          <p:cNvPr id="5" name="Picture 4" descr="iRobot 510 PackBot Multi-Mission Robot- Source: https://www.army-technology.com/wp-content/uploads/sites/3/2017/09/1-image-45.jpg">
            <a:extLst>
              <a:ext uri="{FF2B5EF4-FFF2-40B4-BE49-F238E27FC236}">
                <a16:creationId xmlns:a16="http://schemas.microsoft.com/office/drawing/2014/main" id="{B8B4BE47-4435-8990-266D-FEB8F58124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6426" y="1322063"/>
            <a:ext cx="2736518" cy="1829601"/>
          </a:xfrm>
          <a:prstGeom prst="rect">
            <a:avLst/>
          </a:prstGeom>
        </p:spPr>
      </p:pic>
      <p:pic>
        <p:nvPicPr>
          <p:cNvPr id="2" name="Picture 1" descr="iRobot 310 SUGV - Army Technology. Source https://www.army-technology.com/wp-content/uploads/sites/3/2017/09/2-image-25.jpg">
            <a:extLst>
              <a:ext uri="{FF2B5EF4-FFF2-40B4-BE49-F238E27FC236}">
                <a16:creationId xmlns:a16="http://schemas.microsoft.com/office/drawing/2014/main" id="{0A246C2E-4A75-E7A1-57E0-3DFD600ACD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9751" y="2958663"/>
            <a:ext cx="2743200" cy="1824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334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66FCF455-2BF4-B1FB-4D2D-A65A51FFB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5AE42AD0-F367-434B-65C5-E670A87151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Lit Review</a:t>
            </a:r>
          </a:p>
        </p:txBody>
      </p:sp>
      <p:sp>
        <p:nvSpPr>
          <p:cNvPr id="104" name="Google Shape;104;p2">
            <a:extLst>
              <a:ext uri="{FF2B5EF4-FFF2-40B4-BE49-F238E27FC236}">
                <a16:creationId xmlns:a16="http://schemas.microsoft.com/office/drawing/2014/main" id="{66048F55-C97B-15E2-F92A-E19A84DDF8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366405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>
              <a:lnSpc>
                <a:spcPct val="80000"/>
              </a:lnSpc>
              <a:spcBef>
                <a:spcPts val="0"/>
              </a:spcBef>
              <a:buSzPts val="2960"/>
            </a:pPr>
            <a:r>
              <a:rPr lang="en-US"/>
              <a:t>The Robot Operating System (ROS) provides a framework and some supporting infastrucutre to develop modular software for robots</a:t>
            </a:r>
            <a:endParaRPr lang="en-US" dirty="0"/>
          </a:p>
          <a:p>
            <a:pPr marL="342900">
              <a:lnSpc>
                <a:spcPct val="80000"/>
              </a:lnSpc>
              <a:spcBef>
                <a:spcPts val="0"/>
              </a:spcBef>
              <a:buSzPts val="2960"/>
            </a:pPr>
            <a:r>
              <a:rPr lang="en-US"/>
              <a:t>ROS also has several simulations options to protype software</a:t>
            </a:r>
            <a:endParaRPr lang="en-US" dirty="0"/>
          </a:p>
          <a:p>
            <a:pPr marL="342900">
              <a:lnSpc>
                <a:spcPct val="80000"/>
              </a:lnSpc>
              <a:spcBef>
                <a:spcPts val="0"/>
              </a:spcBef>
              <a:buSzPts val="2960"/>
            </a:pPr>
            <a:endParaRPr lang="en-US" dirty="0"/>
          </a:p>
        </p:txBody>
      </p:sp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F7001A09-1F14-94D6-C876-EB1A87AD1C2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2" name="Picture 1" descr="A close-up of a robot vacuum&#10;&#10;AI-generated content may be incorrect.">
            <a:extLst>
              <a:ext uri="{FF2B5EF4-FFF2-40B4-BE49-F238E27FC236}">
                <a16:creationId xmlns:a16="http://schemas.microsoft.com/office/drawing/2014/main" id="{55E5BC47-FEED-B461-E531-F66B4D64D6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746" r="-481" b="3723"/>
          <a:stretch>
            <a:fillRect/>
          </a:stretch>
        </p:blipFill>
        <p:spPr>
          <a:xfrm>
            <a:off x="6016386" y="3638819"/>
            <a:ext cx="2670835" cy="26135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E751AD-CD8E-19AE-4C42-60B104E6B7B5}"/>
              </a:ext>
            </a:extLst>
          </p:cNvPr>
          <p:cNvSpPr txBox="1"/>
          <p:nvPr/>
        </p:nvSpPr>
        <p:spPr>
          <a:xfrm>
            <a:off x="457310" y="3374482"/>
            <a:ext cx="5392615" cy="32506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285750">
              <a:lnSpc>
                <a:spcPct val="80000"/>
              </a:lnSpc>
              <a:buChar char="•"/>
            </a:pPr>
            <a:r>
              <a:rPr lang="en-US" sz="3200" dirty="0">
                <a:latin typeface="Calibri"/>
                <a:ea typeface="Calibri"/>
                <a:cs typeface="Calibri"/>
              </a:rPr>
              <a:t>The iRobot Roomba open </a:t>
            </a:r>
            <a:r>
              <a:rPr lang="en-US" sz="3200">
                <a:latin typeface="Calibri"/>
                <a:ea typeface="Calibri"/>
                <a:cs typeface="Calibri"/>
              </a:rPr>
              <a:t>interface is available</a:t>
            </a:r>
            <a:r>
              <a:rPr lang="en-US" sz="3200" dirty="0">
                <a:latin typeface="Calibri"/>
                <a:ea typeface="Calibri"/>
                <a:cs typeface="Calibri"/>
              </a:rPr>
              <a:t> </a:t>
            </a:r>
            <a:r>
              <a:rPr lang="en-US" sz="3200">
                <a:latin typeface="Calibri"/>
                <a:ea typeface="Calibri"/>
                <a:cs typeface="Calibri"/>
              </a:rPr>
              <a:t>as a ROS package</a:t>
            </a:r>
            <a:endParaRPr lang="en-US"/>
          </a:p>
          <a:p>
            <a:pPr marL="342900" indent="-285750">
              <a:lnSpc>
                <a:spcPct val="80000"/>
              </a:lnSpc>
              <a:buChar char="•"/>
            </a:pPr>
            <a:r>
              <a:rPr lang="en-US" sz="3200" dirty="0">
                <a:latin typeface="Calibri"/>
                <a:ea typeface="Calibri"/>
                <a:cs typeface="Calibri"/>
              </a:rPr>
              <a:t>Allows for integration of algorithms onto commercially available </a:t>
            </a:r>
            <a:r>
              <a:rPr lang="en-US" sz="3200">
                <a:latin typeface="Calibri"/>
                <a:ea typeface="Calibri"/>
                <a:cs typeface="Calibri"/>
              </a:rPr>
              <a:t>Roomba hardware and software.</a:t>
            </a:r>
            <a:endParaRPr lang="en-US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77830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8FBDA80E-7AF6-EB7B-E468-F38EF28DA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5981FA4E-E744-5E15-DE36-FB152B4E4F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/>
              <a:t>Requirements</a:t>
            </a:r>
          </a:p>
        </p:txBody>
      </p:sp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F314C0A7-7888-60CF-4FEC-D3CA400A875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C8D024-146E-49CD-953C-93A5499A9B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309231"/>
              </p:ext>
            </p:extLst>
          </p:nvPr>
        </p:nvGraphicFramePr>
        <p:xfrm>
          <a:off x="273169" y="1566781"/>
          <a:ext cx="8615590" cy="341376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775887">
                  <a:extLst>
                    <a:ext uri="{9D8B030D-6E8A-4147-A177-3AD203B41FA5}">
                      <a16:colId xmlns:a16="http://schemas.microsoft.com/office/drawing/2014/main" val="3500962810"/>
                    </a:ext>
                  </a:extLst>
                </a:gridCol>
                <a:gridCol w="1826569">
                  <a:extLst>
                    <a:ext uri="{9D8B030D-6E8A-4147-A177-3AD203B41FA5}">
                      <a16:colId xmlns:a16="http://schemas.microsoft.com/office/drawing/2014/main" val="2240682160"/>
                    </a:ext>
                  </a:extLst>
                </a:gridCol>
                <a:gridCol w="3824654">
                  <a:extLst>
                    <a:ext uri="{9D8B030D-6E8A-4147-A177-3AD203B41FA5}">
                      <a16:colId xmlns:a16="http://schemas.microsoft.com/office/drawing/2014/main" val="4036211489"/>
                    </a:ext>
                  </a:extLst>
                </a:gridCol>
                <a:gridCol w="2188480">
                  <a:extLst>
                    <a:ext uri="{9D8B030D-6E8A-4147-A177-3AD203B41FA5}">
                      <a16:colId xmlns:a16="http://schemas.microsoft.com/office/drawing/2014/main" val="117060929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Functional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84824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ROS-based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The system shall be controlled by ROS software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Non-Functional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70614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Python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The programming language of the system shall be python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Non-Functional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85718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Simulation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The system shall operate in simulation environment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Non-Functional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9044249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effectLst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iRobot 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The system proof of concept software shall be executed by iRobot Open Interface compatible Roomba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Non-Functional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73239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effectLst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ROS Nodes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The system shall consist of ROS nodes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Non-Functional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438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effectLst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ROS Topics 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The system internal interfaces shall be documented topics or service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Non-Functional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6842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8061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93F29-EF04-5BBD-02C5-DFBC0DCCA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Requirements</a:t>
            </a:r>
            <a:endParaRPr lang="en-US" b="0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15FD0-82B2-17D6-41F6-0B25605868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BE0AD54-3FDF-36D7-57C1-BDC5B08E4A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130412"/>
              </p:ext>
            </p:extLst>
          </p:nvPr>
        </p:nvGraphicFramePr>
        <p:xfrm>
          <a:off x="264205" y="1495784"/>
          <a:ext cx="8615590" cy="4597157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775887">
                  <a:extLst>
                    <a:ext uri="{9D8B030D-6E8A-4147-A177-3AD203B41FA5}">
                      <a16:colId xmlns:a16="http://schemas.microsoft.com/office/drawing/2014/main" val="2565633128"/>
                    </a:ext>
                  </a:extLst>
                </a:gridCol>
                <a:gridCol w="1826571">
                  <a:extLst>
                    <a:ext uri="{9D8B030D-6E8A-4147-A177-3AD203B41FA5}">
                      <a16:colId xmlns:a16="http://schemas.microsoft.com/office/drawing/2014/main" val="3531604260"/>
                    </a:ext>
                  </a:extLst>
                </a:gridCol>
                <a:gridCol w="3824649">
                  <a:extLst>
                    <a:ext uri="{9D8B030D-6E8A-4147-A177-3AD203B41FA5}">
                      <a16:colId xmlns:a16="http://schemas.microsoft.com/office/drawing/2014/main" val="2364258850"/>
                    </a:ext>
                  </a:extLst>
                </a:gridCol>
                <a:gridCol w="2188483">
                  <a:extLst>
                    <a:ext uri="{9D8B030D-6E8A-4147-A177-3AD203B41FA5}">
                      <a16:colId xmlns:a16="http://schemas.microsoft.com/office/drawing/2014/main" val="1522216719"/>
                    </a:ext>
                  </a:extLst>
                </a:gridCol>
              </a:tblGrid>
              <a:tr h="307724"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lang="en-US">
                          <a:effectLst/>
                        </a:rPr>
                        <a:t>#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effectLst/>
                        </a:rPr>
                        <a:t>Name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effectLst/>
                        </a:rPr>
                        <a:t>Text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effectLst/>
                        </a:rPr>
                        <a:t>Functional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4926568"/>
                  </a:ext>
                </a:extLst>
              </a:tr>
              <a:tr h="307724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dirty="0">
                          <a:effectLst/>
                        </a:rPr>
                        <a:t>7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ROS Topics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effectLst/>
                        </a:rPr>
                        <a:t>The system shall subscribe and publish to relevant ROS topics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Functional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2651848"/>
                  </a:ext>
                </a:extLst>
              </a:tr>
              <a:tr h="307724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dirty="0">
                          <a:effectLst/>
                        </a:rPr>
                        <a:t>8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ROS Position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effectLst/>
                        </a:rPr>
                        <a:t>The system shall determine position relative to start while exploring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Functional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235327"/>
                  </a:ext>
                </a:extLst>
              </a:tr>
              <a:tr h="307724">
                <a:tc>
                  <a:txBody>
                    <a:bodyPr/>
                    <a:lstStyle/>
                    <a:p>
                      <a:pPr lvl="0" algn="r" rtl="0">
                        <a:lnSpc>
                          <a:spcPts val="1125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9</a:t>
                      </a:r>
                      <a:endParaRPr lang="en-US">
                        <a:effectLst/>
                      </a:endParaRPr>
                    </a:p>
                  </a:txBody>
                  <a:tcPr marL="59436" marR="59436" marT="29718" marB="29718" anchor="ctr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ROS Map</a:t>
                      </a:r>
                      <a:endParaRPr lang="en-US">
                        <a:effectLst/>
                      </a:endParaRPr>
                    </a:p>
                  </a:txBody>
                  <a:tcPr marL="59436" marR="59436" marT="29718" marB="29718" anchor="ctr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The system shall map topography of room</a:t>
                      </a:r>
                      <a:endParaRPr lang="en-US">
                        <a:effectLst/>
                      </a:endParaRPr>
                    </a:p>
                  </a:txBody>
                  <a:tcPr marL="59436" marR="59436" marT="29718" marB="29718" anchor="ctr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Functional</a:t>
                      </a:r>
                    </a:p>
                  </a:txBody>
                  <a:tcPr marL="59436" marR="59436" marT="29718" marB="29718" anchor="ctr"/>
                </a:tc>
                <a:extLst>
                  <a:ext uri="{0D108BD9-81ED-4DB2-BD59-A6C34878D82A}">
                    <a16:rowId xmlns:a16="http://schemas.microsoft.com/office/drawing/2014/main" val="3471699553"/>
                  </a:ext>
                </a:extLst>
              </a:tr>
              <a:tr h="527533">
                <a:tc>
                  <a:txBody>
                    <a:bodyPr/>
                    <a:lstStyle/>
                    <a:p>
                      <a:pPr lvl="0" algn="r" rtl="0">
                        <a:lnSpc>
                          <a:spcPts val="1125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10</a:t>
                      </a:r>
                      <a:endParaRPr lang="en-US">
                        <a:effectLst/>
                      </a:endParaRPr>
                    </a:p>
                  </a:txBody>
                  <a:tcPr marL="59436" marR="59436" marT="29718" marB="29718" anchor="ctr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ROS Log</a:t>
                      </a:r>
                      <a:endParaRPr lang="en-US">
                        <a:effectLst/>
                      </a:endParaRPr>
                    </a:p>
                  </a:txBody>
                  <a:tcPr marL="59436" marR="59436" marT="29718" marB="29718" anchor="ctr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The system shall log a time series log of topic commuication</a:t>
                      </a:r>
                      <a:endParaRPr lang="en-US">
                        <a:effectLst/>
                      </a:endParaRPr>
                    </a:p>
                  </a:txBody>
                  <a:tcPr marL="59436" marR="59436" marT="29718" marB="29718" anchor="ctr"/>
                </a:tc>
                <a:tc>
                  <a:txBody>
                    <a:bodyPr/>
                    <a:lstStyle/>
                    <a:p>
                      <a:pPr lvl="0" rtl="0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Functional</a:t>
                      </a:r>
                    </a:p>
                  </a:txBody>
                  <a:tcPr marL="59436" marR="59436" marT="29718" marB="29718" anchor="ctr"/>
                </a:tc>
                <a:extLst>
                  <a:ext uri="{0D108BD9-81ED-4DB2-BD59-A6C34878D82A}">
                    <a16:rowId xmlns:a16="http://schemas.microsoft.com/office/drawing/2014/main" val="4043680316"/>
                  </a:ext>
                </a:extLst>
              </a:tr>
              <a:tr h="527533"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11</a:t>
                      </a:r>
                      <a:endParaRPr lang="en-US">
                        <a:effectLst/>
                      </a:endParaRPr>
                    </a:p>
                  </a:txBody>
                  <a:tcPr marL="59436" marR="59436" marT="29718" marB="29718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Wall</a:t>
                      </a:r>
                      <a:endParaRPr lang="en-US">
                        <a:effectLst/>
                      </a:endParaRPr>
                    </a:p>
                  </a:txBody>
                  <a:tcPr marL="59436" marR="59436" marT="29718" marB="29718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The system shall detect vertical obstacles of at least {XX} cm</a:t>
                      </a:r>
                      <a:endParaRPr lang="en-US">
                        <a:effectLst/>
                      </a:endParaRPr>
                    </a:p>
                  </a:txBody>
                  <a:tcPr marL="59436" marR="59436" marT="29718" marB="29718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Functional</a:t>
                      </a:r>
                      <a:endParaRPr lang="en-US">
                        <a:effectLst/>
                      </a:endParaRPr>
                    </a:p>
                  </a:txBody>
                  <a:tcPr marL="59436" marR="59436" marT="29718" marB="29718" anchor="ctr"/>
                </a:tc>
                <a:extLst>
                  <a:ext uri="{0D108BD9-81ED-4DB2-BD59-A6C34878D82A}">
                    <a16:rowId xmlns:a16="http://schemas.microsoft.com/office/drawing/2014/main" val="613583518"/>
                  </a:ext>
                </a:extLst>
              </a:tr>
              <a:tr h="527533"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12</a:t>
                      </a:r>
                      <a:endParaRPr lang="en-US">
                        <a:effectLst/>
                      </a:endParaRPr>
                    </a:p>
                  </a:txBody>
                  <a:tcPr marL="59436" marR="59436" marT="29718" marB="29718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Terrain</a:t>
                      </a:r>
                      <a:endParaRPr lang="en-US">
                        <a:effectLst/>
                      </a:endParaRPr>
                    </a:p>
                  </a:txBody>
                  <a:tcPr marL="59436" marR="59436" marT="29718" marB="29718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The system shall assess navigation difficult of terrian when planning route</a:t>
                      </a:r>
                      <a:endParaRPr lang="en-US">
                        <a:effectLst/>
                      </a:endParaRPr>
                    </a:p>
                  </a:txBody>
                  <a:tcPr marL="59436" marR="59436" marT="29718" marB="29718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Functional</a:t>
                      </a:r>
                      <a:endParaRPr lang="en-US">
                        <a:effectLst/>
                      </a:endParaRPr>
                    </a:p>
                  </a:txBody>
                  <a:tcPr marL="59436" marR="59436" marT="29718" marB="29718" anchor="ctr"/>
                </a:tc>
                <a:extLst>
                  <a:ext uri="{0D108BD9-81ED-4DB2-BD59-A6C34878D82A}">
                    <a16:rowId xmlns:a16="http://schemas.microsoft.com/office/drawing/2014/main" val="1501490444"/>
                  </a:ext>
                </a:extLst>
              </a:tr>
              <a:tr h="307724"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13</a:t>
                      </a:r>
                      <a:endParaRPr lang="en-US">
                        <a:effectLst/>
                      </a:endParaRPr>
                    </a:p>
                  </a:txBody>
                  <a:tcPr marL="59436" marR="59436" marT="29718" marB="29718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Communication</a:t>
                      </a:r>
                      <a:endParaRPr lang="en-US">
                        <a:effectLst/>
                      </a:endParaRPr>
                    </a:p>
                  </a:txBody>
                  <a:tcPr marL="59436" marR="59436" marT="29718" marB="29718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The system shall communicate with operator</a:t>
                      </a:r>
                      <a:endParaRPr lang="en-US">
                        <a:effectLst/>
                      </a:endParaRPr>
                    </a:p>
                  </a:txBody>
                  <a:tcPr marL="59436" marR="59436" marT="29718" marB="29718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Functional</a:t>
                      </a:r>
                      <a:endParaRPr lang="en-US">
                        <a:effectLst/>
                      </a:endParaRPr>
                    </a:p>
                  </a:txBody>
                  <a:tcPr marL="59436" marR="59436" marT="29718" marB="29718" anchor="ctr"/>
                </a:tc>
                <a:extLst>
                  <a:ext uri="{0D108BD9-81ED-4DB2-BD59-A6C34878D82A}">
                    <a16:rowId xmlns:a16="http://schemas.microsoft.com/office/drawing/2014/main" val="1167532343"/>
                  </a:ext>
                </a:extLst>
              </a:tr>
              <a:tr h="527533"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14</a:t>
                      </a:r>
                      <a:endParaRPr lang="en-US">
                        <a:effectLst/>
                      </a:endParaRPr>
                    </a:p>
                  </a:txBody>
                  <a:tcPr marL="59436" marR="59436" marT="29718" marB="29718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Status</a:t>
                      </a:r>
                      <a:endParaRPr lang="en-US">
                        <a:effectLst/>
                      </a:endParaRPr>
                    </a:p>
                  </a:txBody>
                  <a:tcPr marL="59436" marR="59436" marT="29718" marB="29718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The system shall report completion or termination of assigned tasks</a:t>
                      </a:r>
                      <a:endParaRPr lang="en-US">
                        <a:effectLst/>
                      </a:endParaRPr>
                    </a:p>
                  </a:txBody>
                  <a:tcPr marL="59436" marR="59436" marT="29718" marB="29718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Functional</a:t>
                      </a:r>
                      <a:endParaRPr lang="en-US">
                        <a:effectLst/>
                      </a:endParaRPr>
                    </a:p>
                  </a:txBody>
                  <a:tcPr marL="59436" marR="59436" marT="29718" marB="29718" anchor="ctr"/>
                </a:tc>
                <a:extLst>
                  <a:ext uri="{0D108BD9-81ED-4DB2-BD59-A6C34878D82A}">
                    <a16:rowId xmlns:a16="http://schemas.microsoft.com/office/drawing/2014/main" val="3406727728"/>
                  </a:ext>
                </a:extLst>
              </a:tr>
              <a:tr h="527533">
                <a:tc>
                  <a:txBody>
                    <a:bodyPr/>
                    <a:lstStyle/>
                    <a:p>
                      <a:pPr algn="r"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15</a:t>
                      </a:r>
                      <a:endParaRPr lang="en-US">
                        <a:effectLst/>
                      </a:endParaRPr>
                    </a:p>
                  </a:txBody>
                  <a:tcPr marL="59436" marR="59436" marT="29718" marB="29718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Stuck</a:t>
                      </a:r>
                      <a:endParaRPr lang="en-US">
                        <a:effectLst/>
                      </a:endParaRPr>
                    </a:p>
                  </a:txBody>
                  <a:tcPr marL="59436" marR="59436" marT="29718" marB="29718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The system shall determine when movement is attempted but not change of position occurs</a:t>
                      </a:r>
                      <a:endParaRPr lang="en-US">
                        <a:effectLst/>
                      </a:endParaRPr>
                    </a:p>
                  </a:txBody>
                  <a:tcPr marL="59436" marR="59436" marT="29718" marB="29718" anchor="ctr"/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12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Functional</a:t>
                      </a:r>
                      <a:endParaRPr lang="en-US">
                        <a:effectLst/>
                      </a:endParaRPr>
                    </a:p>
                  </a:txBody>
                  <a:tcPr marL="59436" marR="59436" marT="29718" marB="29718" anchor="ctr"/>
                </a:tc>
                <a:extLst>
                  <a:ext uri="{0D108BD9-81ED-4DB2-BD59-A6C34878D82A}">
                    <a16:rowId xmlns:a16="http://schemas.microsoft.com/office/drawing/2014/main" val="1006251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5315430"/>
      </p:ext>
    </p:extLst>
  </p:cSld>
  <p:clrMapOvr>
    <a:masterClrMapping/>
  </p:clrMapOvr>
</p:sld>
</file>

<file path=ppt/theme/theme1.xml><?xml version="1.0" encoding="utf-8"?>
<a:theme xmlns:a="http://schemas.openxmlformats.org/drawingml/2006/main" name="NPS SE Course 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56</Words>
  <Application>Microsoft Office PowerPoint</Application>
  <PresentationFormat>On-screen Show (4:3)</PresentationFormat>
  <Paragraphs>18</Paragraphs>
  <Slides>6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NPS SE Course Template</vt:lpstr>
      <vt:lpstr>SE4003 – U2</vt:lpstr>
      <vt:lpstr>PowerPoint Presentation</vt:lpstr>
      <vt:lpstr>Lit Review</vt:lpstr>
      <vt:lpstr>Lit Review</vt:lpstr>
      <vt:lpstr>Requirements</vt:lpstr>
      <vt:lpstr>Requirements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SE4003 Systems Software Engineering</dc:title>
  <dc:creator>jmjohnso</dc:creator>
  <cp:lastModifiedBy>Stephens, Justin (CIV)</cp:lastModifiedBy>
  <cp:revision>191</cp:revision>
  <dcterms:created xsi:type="dcterms:W3CDTF">2009-07-27T14:29:57Z</dcterms:created>
  <dcterms:modified xsi:type="dcterms:W3CDTF">2025-12-09T06:06:07Z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bbd4a6-dc2f-44d9-ad2c-c28d4679873f_Enabled">
    <vt:lpwstr>true</vt:lpwstr>
  </property>
  <property fmtid="{D5CDD505-2E9C-101B-9397-08002B2CF9AE}" pid="3" name="MSIP_Label_acbbd4a6-dc2f-44d9-ad2c-c28d4679873f_SetDate">
    <vt:lpwstr>2025-11-04T03:36:30Z</vt:lpwstr>
  </property>
  <property fmtid="{D5CDD505-2E9C-101B-9397-08002B2CF9AE}" pid="4" name="MSIP_Label_acbbd4a6-dc2f-44d9-ad2c-c28d4679873f_Method">
    <vt:lpwstr>Standard</vt:lpwstr>
  </property>
  <property fmtid="{D5CDD505-2E9C-101B-9397-08002B2CF9AE}" pid="5" name="MSIP_Label_acbbd4a6-dc2f-44d9-ad2c-c28d4679873f_Name">
    <vt:lpwstr>No Label</vt:lpwstr>
  </property>
  <property fmtid="{D5CDD505-2E9C-101B-9397-08002B2CF9AE}" pid="6" name="MSIP_Label_acbbd4a6-dc2f-44d9-ad2c-c28d4679873f_SiteId">
    <vt:lpwstr>6d936231-a517-40ea-9199-f7578963378e</vt:lpwstr>
  </property>
  <property fmtid="{D5CDD505-2E9C-101B-9397-08002B2CF9AE}" pid="7" name="MSIP_Label_acbbd4a6-dc2f-44d9-ad2c-c28d4679873f_ActionId">
    <vt:lpwstr>40340c6e-3e76-4fe5-a833-4d865526801a</vt:lpwstr>
  </property>
  <property fmtid="{D5CDD505-2E9C-101B-9397-08002B2CF9AE}" pid="8" name="MSIP_Label_acbbd4a6-dc2f-44d9-ad2c-c28d4679873f_ContentBits">
    <vt:lpwstr>0</vt:lpwstr>
  </property>
</Properties>
</file>