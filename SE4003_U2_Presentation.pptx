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959600" cy="9309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jr2lVQzyMabCgb+d8/5pLBIC5b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D939B1-154C-4491-84C9-F5F0E342D1BC}" v="1" dt="2025-12-02T18:02:54.260"/>
  </p1510:revLst>
</p1510:revInfo>
</file>

<file path=ppt/tableStyles.xml><?xml version="1.0" encoding="utf-8"?>
<a:tblStyleLst xmlns:a="http://schemas.openxmlformats.org/drawingml/2006/main" def="{549A22AA-FA08-4747-96A7-29D1DC6DC224}">
  <a:tblStyle styleId="{549A22AA-FA08-4747-96A7-29D1DC6DC22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98"/>
    <p:restoredTop sz="94694"/>
  </p:normalViewPr>
  <p:slideViewPr>
    <p:cSldViewPr snapToGrid="0">
      <p:cViewPr varScale="1">
        <p:scale>
          <a:sx n="103" d="100"/>
          <a:sy n="103" d="100"/>
        </p:scale>
        <p:origin x="163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34" Type="http://schemas.microsoft.com/office/2016/11/relationships/changesInfo" Target="changesInfos/changesInfo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32" Type="http://schemas.openxmlformats.org/officeDocument/2006/relationships/theme" Target="theme/theme1.xml"/><Relationship Id="rId31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s, Justin (CIV)" userId="70d33375-510f-4466-9b76-3b9a86280f5d" providerId="ADAL" clId="{7FBC6700-38F9-400A-BB53-45173C3D167E}"/>
    <pc:docChg chg="undo custSel delSld modSld">
      <pc:chgData name="Stephens, Justin (CIV)" userId="70d33375-510f-4466-9b76-3b9a86280f5d" providerId="ADAL" clId="{7FBC6700-38F9-400A-BB53-45173C3D167E}" dt="2025-12-02T18:05:58.003" v="169" actId="47"/>
      <pc:docMkLst>
        <pc:docMk/>
      </pc:docMkLst>
      <pc:sldChg chg="addSp modSp mod">
        <pc:chgData name="Stephens, Justin (CIV)" userId="70d33375-510f-4466-9b76-3b9a86280f5d" providerId="ADAL" clId="{7FBC6700-38F9-400A-BB53-45173C3D167E}" dt="2025-12-02T18:04:56.334" v="91" actId="1076"/>
        <pc:sldMkLst>
          <pc:docMk/>
          <pc:sldMk cId="0" sldId="256"/>
        </pc:sldMkLst>
        <pc:spChg chg="mod">
          <ac:chgData name="Stephens, Justin (CIV)" userId="70d33375-510f-4466-9b76-3b9a86280f5d" providerId="ADAL" clId="{7FBC6700-38F9-400A-BB53-45173C3D167E}" dt="2025-12-02T18:03:59.393" v="83" actId="207"/>
          <ac:spMkLst>
            <pc:docMk/>
            <pc:sldMk cId="0" sldId="256"/>
            <ac:spMk id="95" creationId="{00000000-0000-0000-0000-000000000000}"/>
          </ac:spMkLst>
        </pc:spChg>
        <pc:spChg chg="mod">
          <ac:chgData name="Stephens, Justin (CIV)" userId="70d33375-510f-4466-9b76-3b9a86280f5d" providerId="ADAL" clId="{7FBC6700-38F9-400A-BB53-45173C3D167E}" dt="2025-12-02T18:04:14.512" v="85" actId="14100"/>
          <ac:spMkLst>
            <pc:docMk/>
            <pc:sldMk cId="0" sldId="256"/>
            <ac:spMk id="96" creationId="{00000000-0000-0000-0000-000000000000}"/>
          </ac:spMkLst>
        </pc:spChg>
        <pc:picChg chg="add mod ord">
          <ac:chgData name="Stephens, Justin (CIV)" userId="70d33375-510f-4466-9b76-3b9a86280f5d" providerId="ADAL" clId="{7FBC6700-38F9-400A-BB53-45173C3D167E}" dt="2025-12-02T18:04:56.334" v="91" actId="1076"/>
          <ac:picMkLst>
            <pc:docMk/>
            <pc:sldMk cId="0" sldId="256"/>
            <ac:picMk id="3" creationId="{C492AB30-8711-42F7-1121-2E5C00BE35C8}"/>
          </ac:picMkLst>
        </pc:picChg>
      </pc:sldChg>
      <pc:sldChg chg="modSp mod">
        <pc:chgData name="Stephens, Justin (CIV)" userId="70d33375-510f-4466-9b76-3b9a86280f5d" providerId="ADAL" clId="{7FBC6700-38F9-400A-BB53-45173C3D167E}" dt="2025-12-02T18:05:44.139" v="167" actId="20577"/>
        <pc:sldMkLst>
          <pc:docMk/>
          <pc:sldMk cId="0" sldId="257"/>
        </pc:sldMkLst>
        <pc:spChg chg="mod">
          <ac:chgData name="Stephens, Justin (CIV)" userId="70d33375-510f-4466-9b76-3b9a86280f5d" providerId="ADAL" clId="{7FBC6700-38F9-400A-BB53-45173C3D167E}" dt="2025-12-02T18:05:35.347" v="137" actId="20577"/>
          <ac:spMkLst>
            <pc:docMk/>
            <pc:sldMk cId="0" sldId="257"/>
            <ac:spMk id="103" creationId="{00000000-0000-0000-0000-000000000000}"/>
          </ac:spMkLst>
        </pc:spChg>
        <pc:spChg chg="mod">
          <ac:chgData name="Stephens, Justin (CIV)" userId="70d33375-510f-4466-9b76-3b9a86280f5d" providerId="ADAL" clId="{7FBC6700-38F9-400A-BB53-45173C3D167E}" dt="2025-12-02T18:05:44.139" v="167" actId="20577"/>
          <ac:spMkLst>
            <pc:docMk/>
            <pc:sldMk cId="0" sldId="257"/>
            <ac:spMk id="104" creationId="{00000000-0000-0000-0000-000000000000}"/>
          </ac:spMkLst>
        </pc:spChg>
      </pc:sldChg>
      <pc:sldChg chg="del">
        <pc:chgData name="Stephens, Justin (CIV)" userId="70d33375-510f-4466-9b76-3b9a86280f5d" providerId="ADAL" clId="{7FBC6700-38F9-400A-BB53-45173C3D167E}" dt="2025-12-02T18:00:29.543" v="0" actId="47"/>
        <pc:sldMkLst>
          <pc:docMk/>
          <pc:sldMk cId="0" sldId="258"/>
        </pc:sldMkLst>
      </pc:sldChg>
      <pc:sldChg chg="del">
        <pc:chgData name="Stephens, Justin (CIV)" userId="70d33375-510f-4466-9b76-3b9a86280f5d" providerId="ADAL" clId="{7FBC6700-38F9-400A-BB53-45173C3D167E}" dt="2025-12-02T18:00:29.543" v="0" actId="47"/>
        <pc:sldMkLst>
          <pc:docMk/>
          <pc:sldMk cId="0" sldId="259"/>
        </pc:sldMkLst>
      </pc:sldChg>
      <pc:sldChg chg="del">
        <pc:chgData name="Stephens, Justin (CIV)" userId="70d33375-510f-4466-9b76-3b9a86280f5d" providerId="ADAL" clId="{7FBC6700-38F9-400A-BB53-45173C3D167E}" dt="2025-12-02T18:00:29.543" v="0" actId="47"/>
        <pc:sldMkLst>
          <pc:docMk/>
          <pc:sldMk cId="0" sldId="260"/>
        </pc:sldMkLst>
      </pc:sldChg>
      <pc:sldChg chg="del">
        <pc:chgData name="Stephens, Justin (CIV)" userId="70d33375-510f-4466-9b76-3b9a86280f5d" providerId="ADAL" clId="{7FBC6700-38F9-400A-BB53-45173C3D167E}" dt="2025-12-02T18:00:29.543" v="0" actId="47"/>
        <pc:sldMkLst>
          <pc:docMk/>
          <pc:sldMk cId="0" sldId="261"/>
        </pc:sldMkLst>
      </pc:sldChg>
      <pc:sldChg chg="del">
        <pc:chgData name="Stephens, Justin (CIV)" userId="70d33375-510f-4466-9b76-3b9a86280f5d" providerId="ADAL" clId="{7FBC6700-38F9-400A-BB53-45173C3D167E}" dt="2025-12-02T18:00:29.543" v="0" actId="47"/>
        <pc:sldMkLst>
          <pc:docMk/>
          <pc:sldMk cId="0" sldId="262"/>
        </pc:sldMkLst>
      </pc:sldChg>
      <pc:sldChg chg="del">
        <pc:chgData name="Stephens, Justin (CIV)" userId="70d33375-510f-4466-9b76-3b9a86280f5d" providerId="ADAL" clId="{7FBC6700-38F9-400A-BB53-45173C3D167E}" dt="2025-12-02T18:00:29.543" v="0" actId="47"/>
        <pc:sldMkLst>
          <pc:docMk/>
          <pc:sldMk cId="0" sldId="263"/>
        </pc:sldMkLst>
      </pc:sldChg>
      <pc:sldChg chg="del">
        <pc:chgData name="Stephens, Justin (CIV)" userId="70d33375-510f-4466-9b76-3b9a86280f5d" providerId="ADAL" clId="{7FBC6700-38F9-400A-BB53-45173C3D167E}" dt="2025-12-02T18:00:29.543" v="0" actId="47"/>
        <pc:sldMkLst>
          <pc:docMk/>
          <pc:sldMk cId="0" sldId="264"/>
        </pc:sldMkLst>
      </pc:sldChg>
      <pc:sldChg chg="del">
        <pc:chgData name="Stephens, Justin (CIV)" userId="70d33375-510f-4466-9b76-3b9a86280f5d" providerId="ADAL" clId="{7FBC6700-38F9-400A-BB53-45173C3D167E}" dt="2025-12-02T18:00:29.543" v="0" actId="47"/>
        <pc:sldMkLst>
          <pc:docMk/>
          <pc:sldMk cId="0" sldId="265"/>
        </pc:sldMkLst>
      </pc:sldChg>
      <pc:sldChg chg="del">
        <pc:chgData name="Stephens, Justin (CIV)" userId="70d33375-510f-4466-9b76-3b9a86280f5d" providerId="ADAL" clId="{7FBC6700-38F9-400A-BB53-45173C3D167E}" dt="2025-12-02T18:00:29.543" v="0" actId="47"/>
        <pc:sldMkLst>
          <pc:docMk/>
          <pc:sldMk cId="0" sldId="266"/>
        </pc:sldMkLst>
      </pc:sldChg>
      <pc:sldChg chg="del">
        <pc:chgData name="Stephens, Justin (CIV)" userId="70d33375-510f-4466-9b76-3b9a86280f5d" providerId="ADAL" clId="{7FBC6700-38F9-400A-BB53-45173C3D167E}" dt="2025-12-02T18:00:29.543" v="0" actId="47"/>
        <pc:sldMkLst>
          <pc:docMk/>
          <pc:sldMk cId="0" sldId="267"/>
        </pc:sldMkLst>
      </pc:sldChg>
      <pc:sldChg chg="del">
        <pc:chgData name="Stephens, Justin (CIV)" userId="70d33375-510f-4466-9b76-3b9a86280f5d" providerId="ADAL" clId="{7FBC6700-38F9-400A-BB53-45173C3D167E}" dt="2025-12-02T18:00:29.543" v="0" actId="47"/>
        <pc:sldMkLst>
          <pc:docMk/>
          <pc:sldMk cId="0" sldId="268"/>
        </pc:sldMkLst>
      </pc:sldChg>
      <pc:sldChg chg="del">
        <pc:chgData name="Stephens, Justin (CIV)" userId="70d33375-510f-4466-9b76-3b9a86280f5d" providerId="ADAL" clId="{7FBC6700-38F9-400A-BB53-45173C3D167E}" dt="2025-12-02T18:00:29.543" v="0" actId="47"/>
        <pc:sldMkLst>
          <pc:docMk/>
          <pc:sldMk cId="0" sldId="269"/>
        </pc:sldMkLst>
      </pc:sldChg>
      <pc:sldChg chg="del">
        <pc:chgData name="Stephens, Justin (CIV)" userId="70d33375-510f-4466-9b76-3b9a86280f5d" providerId="ADAL" clId="{7FBC6700-38F9-400A-BB53-45173C3D167E}" dt="2025-12-02T18:00:29.543" v="0" actId="47"/>
        <pc:sldMkLst>
          <pc:docMk/>
          <pc:sldMk cId="0" sldId="270"/>
        </pc:sldMkLst>
      </pc:sldChg>
      <pc:sldChg chg="del">
        <pc:chgData name="Stephens, Justin (CIV)" userId="70d33375-510f-4466-9b76-3b9a86280f5d" providerId="ADAL" clId="{7FBC6700-38F9-400A-BB53-45173C3D167E}" dt="2025-12-02T18:00:29.543" v="0" actId="47"/>
        <pc:sldMkLst>
          <pc:docMk/>
          <pc:sldMk cId="0" sldId="271"/>
        </pc:sldMkLst>
      </pc:sldChg>
      <pc:sldChg chg="del">
        <pc:chgData name="Stephens, Justin (CIV)" userId="70d33375-510f-4466-9b76-3b9a86280f5d" providerId="ADAL" clId="{7FBC6700-38F9-400A-BB53-45173C3D167E}" dt="2025-12-02T18:00:29.543" v="0" actId="47"/>
        <pc:sldMkLst>
          <pc:docMk/>
          <pc:sldMk cId="0" sldId="272"/>
        </pc:sldMkLst>
      </pc:sldChg>
      <pc:sldChg chg="del">
        <pc:chgData name="Stephens, Justin (CIV)" userId="70d33375-510f-4466-9b76-3b9a86280f5d" providerId="ADAL" clId="{7FBC6700-38F9-400A-BB53-45173C3D167E}" dt="2025-12-02T18:00:29.543" v="0" actId="47"/>
        <pc:sldMkLst>
          <pc:docMk/>
          <pc:sldMk cId="0" sldId="273"/>
        </pc:sldMkLst>
      </pc:sldChg>
      <pc:sldChg chg="del">
        <pc:chgData name="Stephens, Justin (CIV)" userId="70d33375-510f-4466-9b76-3b9a86280f5d" providerId="ADAL" clId="{7FBC6700-38F9-400A-BB53-45173C3D167E}" dt="2025-12-02T18:00:29.543" v="0" actId="47"/>
        <pc:sldMkLst>
          <pc:docMk/>
          <pc:sldMk cId="0" sldId="274"/>
        </pc:sldMkLst>
      </pc:sldChg>
      <pc:sldChg chg="delSp del mod">
        <pc:chgData name="Stephens, Justin (CIV)" userId="70d33375-510f-4466-9b76-3b9a86280f5d" providerId="ADAL" clId="{7FBC6700-38F9-400A-BB53-45173C3D167E}" dt="2025-12-02T18:05:58.003" v="169" actId="47"/>
        <pc:sldMkLst>
          <pc:docMk/>
          <pc:sldMk cId="0" sldId="277"/>
        </pc:sldMkLst>
        <pc:spChg chg="del">
          <ac:chgData name="Stephens, Justin (CIV)" userId="70d33375-510f-4466-9b76-3b9a86280f5d" providerId="ADAL" clId="{7FBC6700-38F9-400A-BB53-45173C3D167E}" dt="2025-12-02T18:05:52.478" v="168" actId="478"/>
          <ac:spMkLst>
            <pc:docMk/>
            <pc:sldMk cId="0" sldId="277"/>
            <ac:spMk id="339" creationId="{00000000-0000-0000-0000-000000000000}"/>
          </ac:spMkLst>
        </pc:spChg>
      </pc:sldChg>
      <pc:sldMasterChg chg="delSldLayout">
        <pc:chgData name="Stephens, Justin (CIV)" userId="70d33375-510f-4466-9b76-3b9a86280f5d" providerId="ADAL" clId="{7FBC6700-38F9-400A-BB53-45173C3D167E}" dt="2025-12-02T18:00:29.543" v="0" actId="47"/>
        <pc:sldMasterMkLst>
          <pc:docMk/>
          <pc:sldMasterMk cId="0" sldId="2147483648"/>
        </pc:sldMasterMkLst>
        <pc:sldLayoutChg chg="del">
          <pc:chgData name="Stephens, Justin (CIV)" userId="70d33375-510f-4466-9b76-3b9a86280f5d" providerId="ADAL" clId="{7FBC6700-38F9-400A-BB53-45173C3D167E}" dt="2025-12-02T18:00:29.543" v="0" actId="47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42164" y="0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5252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5960" y="4421825"/>
            <a:ext cx="55676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842031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42164" y="8842031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252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95960" y="4421825"/>
            <a:ext cx="55676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 txBox="1">
            <a:spLocks noGrp="1"/>
          </p:cNvSpPr>
          <p:nvPr>
            <p:ph type="sldNum" idx="12"/>
          </p:nvPr>
        </p:nvSpPr>
        <p:spPr>
          <a:xfrm>
            <a:off x="3942164" y="8842031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252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95960" y="4421825"/>
            <a:ext cx="55676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2:notes"/>
          <p:cNvSpPr txBox="1">
            <a:spLocks noGrp="1"/>
          </p:cNvSpPr>
          <p:nvPr>
            <p:ph type="sldNum" idx="12"/>
          </p:nvPr>
        </p:nvSpPr>
        <p:spPr>
          <a:xfrm>
            <a:off x="3942164" y="8842031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4" descr="SE_smBanners_template_0509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01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54" descr="home_topim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619750"/>
            <a:ext cx="9144000" cy="125253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5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5" descr="SE_smBanners_template_050919"/>
          <p:cNvPicPr preferRelativeResize="0"/>
          <p:nvPr/>
        </p:nvPicPr>
        <p:blipFill rotWithShape="1">
          <a:blip r:embed="rId2">
            <a:alphaModFix/>
          </a:blip>
          <a:srcRect l="13333" r="18650"/>
          <a:stretch/>
        </p:blipFill>
        <p:spPr>
          <a:xfrm>
            <a:off x="0" y="0"/>
            <a:ext cx="91440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58" descr="SE_smBanners_template_050919"/>
          <p:cNvPicPr preferRelativeResize="0"/>
          <p:nvPr/>
        </p:nvPicPr>
        <p:blipFill rotWithShape="1">
          <a:blip r:embed="rId2">
            <a:alphaModFix/>
          </a:blip>
          <a:srcRect l="13333" r="18650"/>
          <a:stretch/>
        </p:blipFill>
        <p:spPr>
          <a:xfrm>
            <a:off x="0" y="0"/>
            <a:ext cx="91440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8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58"/>
          <p:cNvSpPr txBox="1">
            <a:spLocks noGrp="1"/>
          </p:cNvSpPr>
          <p:nvPr>
            <p:ph type="body" idx="2"/>
          </p:nvPr>
        </p:nvSpPr>
        <p:spPr>
          <a:xfrm>
            <a:off x="457200" y="1782762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58"/>
          <p:cNvSpPr txBox="1">
            <a:spLocks noGrp="1"/>
          </p:cNvSpPr>
          <p:nvPr>
            <p:ph type="body" idx="3"/>
          </p:nvPr>
        </p:nvSpPr>
        <p:spPr>
          <a:xfrm>
            <a:off x="4645025" y="1143000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58"/>
          <p:cNvSpPr txBox="1">
            <a:spLocks noGrp="1"/>
          </p:cNvSpPr>
          <p:nvPr>
            <p:ph type="body" idx="4"/>
          </p:nvPr>
        </p:nvSpPr>
        <p:spPr>
          <a:xfrm>
            <a:off x="4645025" y="1782762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58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59" descr="SE_smBanners_template_050919"/>
          <p:cNvPicPr preferRelativeResize="0"/>
          <p:nvPr/>
        </p:nvPicPr>
        <p:blipFill rotWithShape="1">
          <a:blip r:embed="rId2">
            <a:alphaModFix/>
          </a:blip>
          <a:srcRect l="13333" r="18650"/>
          <a:stretch/>
        </p:blipFill>
        <p:spPr>
          <a:xfrm>
            <a:off x="0" y="0"/>
            <a:ext cx="91440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9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6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6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3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4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5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men posing for a photo&#10;&#10;AI-generated content may be incorrect.">
            <a:extLst>
              <a:ext uri="{FF2B5EF4-FFF2-40B4-BE49-F238E27FC236}">
                <a16:creationId xmlns:a16="http://schemas.microsoft.com/office/drawing/2014/main" id="{C492AB30-8711-42F7-1121-2E5C00BE3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510" y="1026368"/>
            <a:ext cx="5784980" cy="3424708"/>
          </a:xfrm>
          <a:prstGeom prst="rect">
            <a:avLst/>
          </a:prstGeom>
        </p:spPr>
      </p:pic>
      <p:sp>
        <p:nvSpPr>
          <p:cNvPr id="95" name="Google Shape;95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1"/>
                </a:solidFill>
              </a:rPr>
              <a:t>SE4003 – U2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96" name="Google Shape;96;p1"/>
          <p:cNvSpPr txBox="1">
            <a:spLocks noGrp="1"/>
          </p:cNvSpPr>
          <p:nvPr>
            <p:ph type="subTitle" idx="1"/>
          </p:nvPr>
        </p:nvSpPr>
        <p:spPr>
          <a:xfrm>
            <a:off x="1371600" y="4643622"/>
            <a:ext cx="6400800" cy="99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dirty="0">
                <a:solidFill>
                  <a:schemeClr val="accent1"/>
                </a:solidFill>
              </a:rPr>
              <a:t>Luke, Dominic, Justin, and Matt</a:t>
            </a:r>
            <a:endParaRPr sz="1400" dirty="0">
              <a:solidFill>
                <a:schemeClr val="accen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endParaRPr sz="1400" dirty="0"/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Template Slide</a:t>
            </a:r>
            <a:endParaRPr dirty="0"/>
          </a:p>
        </p:txBody>
      </p:sp>
      <p:sp>
        <p:nvSpPr>
          <p:cNvPr id="104" name="Google Shape;104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lang="en-US" dirty="0"/>
              <a:t>Copy this to add content.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PS SE Course 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23</Words>
  <Application>Microsoft Office PowerPoint</Application>
  <PresentationFormat>On-screen Show (4:3)</PresentationFormat>
  <Paragraphs>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NPS SE Course Template</vt:lpstr>
      <vt:lpstr>SE4003 – U2</vt:lpstr>
      <vt:lpstr>Template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SE4003 Systems Software Engineering</dc:title>
  <dc:creator>jmjohnso</dc:creator>
  <cp:lastModifiedBy>Stephens, Justin (CIV)</cp:lastModifiedBy>
  <cp:revision>3</cp:revision>
  <dcterms:created xsi:type="dcterms:W3CDTF">2009-07-27T14:29:57Z</dcterms:created>
  <dcterms:modified xsi:type="dcterms:W3CDTF">2025-12-02T18:05:58Z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2025-11-04T03:36:30Z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40340c6e-3e76-4fe5-a833-4d865526801a</vt:lpwstr>
  </property>
  <property fmtid="{D5CDD505-2E9C-101B-9397-08002B2CF9AE}" pid="8" name="MSIP_Label_acbbd4a6-dc2f-44d9-ad2c-c28d4679873f_ContentBits">
    <vt:lpwstr>0</vt:lpwstr>
  </property>
</Properties>
</file>