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9144000" cy="6858000" type="screen4x3"/>
  <p:notesSz cx="6959600" cy="93091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jr2lVQzyMabCgb+d8/5pLBIC5b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D939B1-154C-4491-84C9-F5F0E342D1BC}" v="1" dt="2025-12-02T18:02:54.260"/>
  </p1510:revLst>
</p1510:revInfo>
</file>

<file path=ppt/tableStyles.xml><?xml version="1.0" encoding="utf-8"?>
<a:tblStyleLst xmlns:a="http://schemas.openxmlformats.org/drawingml/2006/main" def="{549A22AA-FA08-4747-96A7-29D1DC6DC224}">
  <a:tblStyle styleId="{549A22AA-FA08-4747-96A7-29D1DC6DC22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98"/>
    <p:restoredTop sz="94694"/>
  </p:normalViewPr>
  <p:slideViewPr>
    <p:cSldViewPr snapToGrid="0">
      <p:cViewPr varScale="1">
        <p:scale>
          <a:sx n="142" d="100"/>
          <a:sy n="142" d="100"/>
        </p:scale>
        <p:origin x="2280" y="3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34" Type="http://schemas.microsoft.com/office/2015/10/relationships/revisionInfo" Target="revisionInfo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32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0"/>
            <a:ext cx="3015827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50" tIns="46475" rIns="92950" bIns="464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42164" y="0"/>
            <a:ext cx="3015827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50" tIns="46475" rIns="92950" bIns="4647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5252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95960" y="4421825"/>
            <a:ext cx="55676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50" tIns="46475" rIns="92950" bIns="4647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8842031"/>
            <a:ext cx="3015827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50" tIns="46475" rIns="92950" bIns="4647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42164" y="8842031"/>
            <a:ext cx="3015827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50" tIns="46475" rIns="92950" bIns="464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252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95960" y="4421825"/>
            <a:ext cx="55676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50" tIns="46475" rIns="92950" bIns="464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" name="Google Shape;101;p2:notes"/>
          <p:cNvSpPr txBox="1">
            <a:spLocks noGrp="1"/>
          </p:cNvSpPr>
          <p:nvPr>
            <p:ph type="sldNum" idx="12"/>
          </p:nvPr>
        </p:nvSpPr>
        <p:spPr>
          <a:xfrm>
            <a:off x="3942164" y="8842031"/>
            <a:ext cx="3015827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50" tIns="46475" rIns="92950" bIns="464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F5A6CC6D-8867-564A-9240-0FD037549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>
            <a:extLst>
              <a:ext uri="{FF2B5EF4-FFF2-40B4-BE49-F238E27FC236}">
                <a16:creationId xmlns:a16="http://schemas.microsoft.com/office/drawing/2014/main" id="{18A33237-1A24-BBBA-3334-0A58DD6CA5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5252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37663B94-FED5-F704-E25F-B541F6D76B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5960" y="4421825"/>
            <a:ext cx="55676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50" tIns="46475" rIns="92950" bIns="464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144C7AB3-B636-BEE7-F68C-76E30640BA7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42164" y="8842031"/>
            <a:ext cx="3015827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50" tIns="46475" rIns="92950" bIns="464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241038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80DB68DB-A302-9526-66E0-2EE2BC095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>
            <a:extLst>
              <a:ext uri="{FF2B5EF4-FFF2-40B4-BE49-F238E27FC236}">
                <a16:creationId xmlns:a16="http://schemas.microsoft.com/office/drawing/2014/main" id="{F538B5A1-622B-52F9-0B0C-2D484C302B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5252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0077110D-BEF8-0E08-281A-F387C007F3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5960" y="4421825"/>
            <a:ext cx="55676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50" tIns="46475" rIns="92950" bIns="464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BA62F6E8-9D70-DDC4-F517-54077B22C6B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42164" y="8842031"/>
            <a:ext cx="3015827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50" tIns="46475" rIns="92950" bIns="464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28990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55" descr="SE_smBanners_template_050919"/>
          <p:cNvPicPr preferRelativeResize="0"/>
          <p:nvPr/>
        </p:nvPicPr>
        <p:blipFill rotWithShape="1">
          <a:blip r:embed="rId2">
            <a:alphaModFix/>
          </a:blip>
          <a:srcRect l="13333" r="18650"/>
          <a:stretch/>
        </p:blipFill>
        <p:spPr>
          <a:xfrm>
            <a:off x="0" y="0"/>
            <a:ext cx="91440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55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5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58" descr="SE_smBanners_template_050919"/>
          <p:cNvPicPr preferRelativeResize="0"/>
          <p:nvPr/>
        </p:nvPicPr>
        <p:blipFill rotWithShape="1">
          <a:blip r:embed="rId2">
            <a:alphaModFix/>
          </a:blip>
          <a:srcRect l="13333" r="18650"/>
          <a:stretch/>
        </p:blipFill>
        <p:spPr>
          <a:xfrm>
            <a:off x="0" y="0"/>
            <a:ext cx="91440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8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58"/>
          <p:cNvSpPr txBox="1">
            <a:spLocks noGrp="1"/>
          </p:cNvSpPr>
          <p:nvPr>
            <p:ph type="body" idx="2"/>
          </p:nvPr>
        </p:nvSpPr>
        <p:spPr>
          <a:xfrm>
            <a:off x="457200" y="1782762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58"/>
          <p:cNvSpPr txBox="1">
            <a:spLocks noGrp="1"/>
          </p:cNvSpPr>
          <p:nvPr>
            <p:ph type="body" idx="3"/>
          </p:nvPr>
        </p:nvSpPr>
        <p:spPr>
          <a:xfrm>
            <a:off x="4645025" y="1143000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58"/>
          <p:cNvSpPr txBox="1">
            <a:spLocks noGrp="1"/>
          </p:cNvSpPr>
          <p:nvPr>
            <p:ph type="body" idx="4"/>
          </p:nvPr>
        </p:nvSpPr>
        <p:spPr>
          <a:xfrm>
            <a:off x="4645025" y="1782762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58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59" descr="SE_smBanners_template_050919"/>
          <p:cNvPicPr preferRelativeResize="0"/>
          <p:nvPr/>
        </p:nvPicPr>
        <p:blipFill rotWithShape="1">
          <a:blip r:embed="rId2">
            <a:alphaModFix/>
          </a:blip>
          <a:srcRect l="13333" r="18650"/>
          <a:stretch/>
        </p:blipFill>
        <p:spPr>
          <a:xfrm>
            <a:off x="0" y="0"/>
            <a:ext cx="91440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59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5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6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6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6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7" name="Google Shape;67;p6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6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6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6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6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6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3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6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4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6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6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6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6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5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5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5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State Diagram</a:t>
            </a:r>
            <a:endParaRPr dirty="0"/>
          </a:p>
        </p:txBody>
      </p:sp>
      <p:sp>
        <p:nvSpPr>
          <p:cNvPr id="105" name="Google Shape;105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829E03-FF72-743F-7F3E-52BF861E4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24100"/>
            <a:ext cx="7239000" cy="2209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15D49089-F938-0AC6-88A2-6922FB3FB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>
            <a:extLst>
              <a:ext uri="{FF2B5EF4-FFF2-40B4-BE49-F238E27FC236}">
                <a16:creationId xmlns:a16="http://schemas.microsoft.com/office/drawing/2014/main" id="{1CDFFC4D-FC15-A14E-F85C-4025B8AC76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Package Diagram</a:t>
            </a:r>
            <a:endParaRPr dirty="0"/>
          </a:p>
        </p:txBody>
      </p:sp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137ED70A-C2B5-A890-AE07-20E255F0DF2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46F844-2FA0-92F0-C085-A2BC986E4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81" y="1122605"/>
            <a:ext cx="8175813" cy="573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410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F069F7EB-46A1-55F9-E814-367FA8FD5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>
            <a:extLst>
              <a:ext uri="{FF2B5EF4-FFF2-40B4-BE49-F238E27FC236}">
                <a16:creationId xmlns:a16="http://schemas.microsoft.com/office/drawing/2014/main" id="{0AC496C2-1EF8-DF69-E3A8-1CD2B834B2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Class Diagram</a:t>
            </a:r>
            <a:endParaRPr dirty="0"/>
          </a:p>
        </p:txBody>
      </p:sp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857CEE0F-8D6F-0764-8F2A-DBD435F2D3E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A04648-1B3D-B9A1-97E2-F14655A06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006" y="1134707"/>
            <a:ext cx="6567987" cy="5474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110340"/>
      </p:ext>
    </p:extLst>
  </p:cSld>
  <p:clrMapOvr>
    <a:masterClrMapping/>
  </p:clrMapOvr>
</p:sld>
</file>

<file path=ppt/theme/theme1.xml><?xml version="1.0" encoding="utf-8"?>
<a:theme xmlns:a="http://schemas.openxmlformats.org/drawingml/2006/main" name="NPS SE Course Templat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12</Words>
  <Application>Microsoft Office PowerPoint</Application>
  <PresentationFormat>On-screen Show (4:3)</PresentationFormat>
  <Paragraphs>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NPS SE Course Template</vt:lpstr>
      <vt:lpstr>State Diagram</vt:lpstr>
      <vt:lpstr>Package Diagram</vt:lpstr>
      <vt:lpstr>Class Diagram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SE4003 Systems Software Engineering</dc:title>
  <dc:creator>jmjohnso</dc:creator>
  <cp:lastModifiedBy>Dominic Ribaudo</cp:lastModifiedBy>
  <cp:revision>5</cp:revision>
  <dcterms:created xsi:type="dcterms:W3CDTF">2009-07-27T14:29:57Z</dcterms:created>
  <dcterms:modified xsi:type="dcterms:W3CDTF">2025-12-08T18:49:27Z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bbd4a6-dc2f-44d9-ad2c-c28d4679873f_Enabled">
    <vt:lpwstr>true</vt:lpwstr>
  </property>
  <property fmtid="{D5CDD505-2E9C-101B-9397-08002B2CF9AE}" pid="3" name="MSIP_Label_acbbd4a6-dc2f-44d9-ad2c-c28d4679873f_SetDate">
    <vt:lpwstr>2025-11-04T03:36:30Z</vt:lpwstr>
  </property>
  <property fmtid="{D5CDD505-2E9C-101B-9397-08002B2CF9AE}" pid="4" name="MSIP_Label_acbbd4a6-dc2f-44d9-ad2c-c28d4679873f_Method">
    <vt:lpwstr>Standard</vt:lpwstr>
  </property>
  <property fmtid="{D5CDD505-2E9C-101B-9397-08002B2CF9AE}" pid="5" name="MSIP_Label_acbbd4a6-dc2f-44d9-ad2c-c28d4679873f_Name">
    <vt:lpwstr>No Label</vt:lpwstr>
  </property>
  <property fmtid="{D5CDD505-2E9C-101B-9397-08002B2CF9AE}" pid="6" name="MSIP_Label_acbbd4a6-dc2f-44d9-ad2c-c28d4679873f_SiteId">
    <vt:lpwstr>6d936231-a517-40ea-9199-f7578963378e</vt:lpwstr>
  </property>
  <property fmtid="{D5CDD505-2E9C-101B-9397-08002B2CF9AE}" pid="7" name="MSIP_Label_acbbd4a6-dc2f-44d9-ad2c-c28d4679873f_ActionId">
    <vt:lpwstr>40340c6e-3e76-4fe5-a833-4d865526801a</vt:lpwstr>
  </property>
  <property fmtid="{D5CDD505-2E9C-101B-9397-08002B2CF9AE}" pid="8" name="MSIP_Label_acbbd4a6-dc2f-44d9-ad2c-c28d4679873f_ContentBits">
    <vt:lpwstr>0</vt:lpwstr>
  </property>
</Properties>
</file>